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0" r:id="rId4"/>
    <p:sldId id="266" r:id="rId5"/>
    <p:sldId id="270" r:id="rId6"/>
    <p:sldId id="27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557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Self-Managed Kubernetes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Kubeadm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production-grade cluster from scratch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Self-Managed Kubernetes?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vs Self-Managed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Services (EKS)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handles control plane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updates &amp; patches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monitoring &amp; logging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 to get started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for what you use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Self-Managed (Kubeadm)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 and customization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cluster internals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anywhere (on-prem, cloud)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production operations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costs for stable workloads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Cluster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Master Node + 2 Worker Nodes on EC2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0" y="1371600"/>
            <a:ext cx="2743200" cy="1097280"/>
          </a:xfrm>
          <a:prstGeom prst="rect">
            <a:avLst/>
          </a:prstGeom>
          <a:solidFill>
            <a:srgbClr val="FFE8C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NODE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783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Manager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371600"/>
            <a:ext cx="2011680" cy="1097280"/>
          </a:xfrm>
          <a:prstGeom prst="rect">
            <a:avLst/>
          </a:prstGeom>
          <a:solidFill>
            <a:srgbClr val="E8F5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011680" cy="1097280"/>
          </a:xfrm>
          <a:prstGeom prst="rect">
            <a:avLst/>
          </a:prstGeom>
          <a:solidFill>
            <a:srgbClr val="E8F5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0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nodes: Ubuntu 20.04 + Docker + kubectl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150876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&amp; Storage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703320"/>
            <a:ext cx="7589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CNI Plugin (Cilium): Pod-to-pod networking across nodes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kube-dns: Service discovery within cluster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Network policies, RBAC, TLS for all control plane traffic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Pods: Control Plane as Pods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kubeadm runs etcd, API server, controller manager without a scheduler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2103120"/>
          </a:xfrm>
          <a:prstGeom prst="rect">
            <a:avLst/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Static Pods?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directly by kubelet, not scheduler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as YAML files in /etc/kubernetes/manifests/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 watches this directory and starts pods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pod crashes, kubelet restarts 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API server needed to deploy them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21031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node static pods: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/etc/kubernetes/manifests/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kube-apiserver.yaml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kube-controller-manager.yaml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kube-scheduler.yaml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etcd.yaml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run Pods without any scheduler! Edit manifests directly, kubelet picks them up. Critical for bootstrapping a cluster before scheduler is ready.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Self-Managed vs AWS EKS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responsible for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8288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0" y="1234440"/>
            <a:ext cx="3063240" cy="45720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468880" y="12344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Install, patch, upgrade, monitor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32120" y="1234440"/>
            <a:ext cx="315468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23560" y="1234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AWS: Fully managed, auto-updated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60220"/>
            <a:ext cx="18288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7602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Nodes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1760220"/>
            <a:ext cx="3063240" cy="45720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68880" y="17602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Patch OS, upgrade kubelet, scale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32120" y="1760220"/>
            <a:ext cx="315468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23560" y="17602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node groups, but you patch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77440" y="2286000"/>
            <a:ext cx="3063240" cy="45720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468880" y="22860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Choose and install CNI plugin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32120" y="2286000"/>
            <a:ext cx="315468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623560" y="22860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VPC CNI pre-configured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811780"/>
            <a:ext cx="18288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28117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Backups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2811780"/>
            <a:ext cx="3063240" cy="45720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468880" y="28117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Manual snapshots required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32120" y="2811780"/>
            <a:ext cx="315468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623560" y="28117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AWS: Automatic backups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18288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720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3337560"/>
            <a:ext cx="3063240" cy="45720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468880" y="3337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EC2 + (you manage right-sizing)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32120" y="3337560"/>
            <a:ext cx="315468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623560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control plane + EC2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863340"/>
            <a:ext cx="18288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7200" y="38633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HA/Multi-AZ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77440" y="3863340"/>
            <a:ext cx="3063240" cy="457200"/>
          </a:xfrm>
          <a:prstGeom prst="rect">
            <a:avLst/>
          </a:prstGeom>
          <a:solidFill>
            <a:srgbClr val="FFE8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468880" y="38633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Complex setup required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32120" y="3863340"/>
            <a:ext cx="315468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623560" y="38633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AWS: Built-in, just enable it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6576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365</Words>
  <Application>Microsoft Office PowerPoint</Application>
  <PresentationFormat>On-screen Show (16:9)</PresentationFormat>
  <Paragraphs>80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Self-Managed Kubernetes with Kubeadm</dc:title>
  <dc:subject>PptxGenJS Presentation</dc:subject>
  <dc:creator>Aryan Mohan</dc:creator>
  <cp:lastModifiedBy>KubeCraft Technologies</cp:lastModifiedBy>
  <cp:revision>2</cp:revision>
  <dcterms:created xsi:type="dcterms:W3CDTF">2026-03-26T19:27:52Z</dcterms:created>
  <dcterms:modified xsi:type="dcterms:W3CDTF">2026-03-27T19:12:15Z</dcterms:modified>
</cp:coreProperties>
</file>