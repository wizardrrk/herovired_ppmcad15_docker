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26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 The Kubernetes Package Manager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application deployment and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Helm solves real Kubernetes deployment challenges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Helm core concepts: Charts, Releases, and Repositories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customize Helm Charts for your applications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and manage applications using Helm commands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environment-specific values for dev, QA, and production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Helm into CI/CD pipelines for automated deployments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Helm Solves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a package manager for Kubernetes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YAML Files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dozens of manifests for a single app is tedious and error-prone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Duplication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Copy-pasting configs for dev, QA, and prod leads to inconsistencies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6364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9202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built-in way to track application versions and rollback safely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Hard-coded values in each YAML make sharing charts across teams difficult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2900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Hell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749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databases, caching, monitoring stacks as separate components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2461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749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 deployments with kubectl is manual and hard to maintain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Helm?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 manager for Kubernetes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Basics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manager like apt, brew, npm for Kubernetes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K8s manifests into reusable 'charts'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releases (instances) of charts in your cluster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Templating system for environment-specific configs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to deploy complex multi-component apps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across deployments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version management and rollbacks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boilerplate and YAML duplication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charts via public repos (Bitnami, etc.)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CI/CD pipelines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Community-maintained charts ready to use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Releases, and Repositories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087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package containing Kubernetes manifests, values, templates, and metadata. Like a recipe.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087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66160" y="2743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instance of a chart deployed to your cluster. Same chart can have multiple releases with different configs.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3716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5087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2240" y="2743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remote location storing charts. Bitnami, official K8s charts, custom org repos. Add with 'helm repo add'.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Helm interacts with your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CLI: Command-line tool on your workstation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Charts: YAML templates + values + metadata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Library: Template rendering engine (Go templates)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API: Where releases are deployed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Repositories: Remote storage for charts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helm repo add/update (fetch chart metadata)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helm pull or helm install (download + deploy)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Helm renders templates with values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Generated YAML sent to Kubernetes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K8s creates pods, services, deployments,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helm list tracks all releases in cluster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Structure: Inside a Helm Chart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my-chart/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Chart.yaml              # Chart metadata (name, version, description)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values.yaml              # Default configuration values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values-dev.yaml         # Dev environment overrides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values-prod.yaml        # Prod environment overrides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deployment.yaml      # K8s Deployment template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service.yaml         # K8s Service template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configmap.yaml       # ConfigMaps with app config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_helpers.tpl         # Reusable template functions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NOTES.txt            # Post-install instructions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charts/                  # Subchart dependencies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                # Chart documentation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template uses Go template syntax: {{ .Values.replicaCount 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&amp; Templating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charts dynamic with Go templates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replicaCount: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repository: myapp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"1.0.0"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pullPolicy: IfNotPresent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LoadBalancer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80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memory: "256Mi"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memory: "512Mi"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006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templates/deployment.yaml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{{ .Release.Name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{{ .Values.replicaCount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{{ .Values.image.repository }}: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{{ .Values.image.tag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resources: {{ toYaml .Values.resources }}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Environment-Specific Deployments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myapp ./chart -f values-dev.yaml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dev with dev-specific settings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myapp ./chart -f values-prod.yaml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production with prod configs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myapp ./chart -f values.yaml -f overrides.yaml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multiple values files (base + overrides)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myapp ./chart --set replicaCount=5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individual values at runtime with --set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myapp ./chart -n prod-namespace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specific namespace with -n flag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myapp ./chart --dry-run --debug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rendered manifests before deploying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Helm Commands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operations for managing releases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24000"/>
            <a:ext cx="3931920" cy="77724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69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&amp; Updates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98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RELEASE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RELEASE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(idempotent)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24400" y="1501140"/>
            <a:ext cx="3931920" cy="77724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61560" y="15468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61560" y="17754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list (show all releases)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status RELEASE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get values RELEASE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07920"/>
            <a:ext cx="3931920" cy="77724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453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&amp; Cleanup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682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rollback RELEASE REVISION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history RELEASE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RELEASE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76600"/>
            <a:ext cx="3931920" cy="7772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322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Operations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50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NAME URL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search repo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pull CHART (download)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07920"/>
            <a:ext cx="3931920" cy="77724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2453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&amp; Cleanup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682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rollback RELEASE REVISION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history RELEASE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RELEASE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276600"/>
            <a:ext cx="3931920" cy="7772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3322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Operations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550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NAME URL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search repo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pull CHART (download)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Your Own Chart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199170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991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3574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create my-chart - Scaffold a new chart with boilerplate templates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85109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94360" y="1695559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1695559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32135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85109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Chart.yaml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Set chart name, version, and description metadata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181497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94360" y="2191947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94360" y="219194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228523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181497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values.yaml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Define default configuration parameters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677886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677886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Create/edit templates - Add YAML templates for Deployment, Service, ConfigMap, etc.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174274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594360" y="3184725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594360" y="318472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21301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174274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templating functions - {{ .Values.X }}, {{ default }}, {{ if }}, {{ range }} in templates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3670663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594360" y="3681113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594360" y="368111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717689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00200" y="3670663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rendering - helm template my-chart to preview manifests before deploying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4167051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594360" y="4177502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594360" y="417750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21407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0200" y="4167051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&amp; publish - helm package my-chart to .tgz, push to repo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Public Charts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community charts from Bitnami and others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Bitnami repo: helm repo add bitnami https://charts.bitnami.com/bitnami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4360" y="176479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repos: helm repo update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1762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031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charts: helm search repo mysql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" y="258775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5877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514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for inspection: helm pull bitnami/mysql --untar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299923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2999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260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values.yaml to understand configuration options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" y="341071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4107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337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with custom values: helm install mydb bitnami/mysql -f values-prod.yaml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382219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38221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749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with: helm list, helm status mydb, helm get values mydb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3563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27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1112</Words>
  <Application>Microsoft Office PowerPoint</Application>
  <PresentationFormat>On-screen Show (16:9)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4</cp:revision>
  <dcterms:created xsi:type="dcterms:W3CDTF">2026-03-26T19:38:46Z</dcterms:created>
  <dcterms:modified xsi:type="dcterms:W3CDTF">2026-05-01T18:42:17Z</dcterms:modified>
</cp:coreProperties>
</file>