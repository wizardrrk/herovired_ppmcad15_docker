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4" r:id="rId9"/>
    <p:sldId id="267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57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Autoscaling &amp; Resource Management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your applications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resource requests, limits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and configure Metrics Server for cluster monitoring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Horizontal Pod Autoscaling (HPA) and VPA approaches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and troubleshoot autoscaling behavior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</a:t>
            </a:r>
            <a:r>
              <a:rPr lang="en-US" sz="14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Autoscaler</a:t>
            </a: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complete scaling architectures for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Autoscaling?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performance, cost, and resource utilization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unexpected traffic spikes without manual intervention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infrastructure costs during low-demand periods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application responsiveness and user experience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scaling complexity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SLA compliance with predictable 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pod eviction under high 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cluster resource utilization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operational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&amp; Limits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all scaling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Reserved CPU/Memory per pod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uses requests to place pods on nodes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is guaranteed this amount of resources</a:t>
            </a:r>
          </a:p>
          <a:p>
            <a:pPr>
              <a:lnSpc>
                <a:spcPct val="150000"/>
              </a:lnSpc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Maximum CPU/Memory per pod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runtime by kubelet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is throttled (CPU) or killed (memory) if exceeded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one pod from starving others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Server: The Foundation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Cluster-wide CPU and memory monitoring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572500" cy="333756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60320" cy="284988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Collects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CPU and memory metrics from all pods and nodes via kubelet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560320" cy="284988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kubelet /metrics endpoint, stores metrics in-memory (no storage)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600200"/>
            <a:ext cx="2560320" cy="284988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Straight-forward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/ AKS has addons for metrics server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install for self-managed.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HPA: Horizontal Pod Autoscaler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pod count based on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HPA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pod metrics (CPU, memory, custom)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current to target utilization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replicas up or down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min/max replica bounds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metrics every 15 seconds by default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 must be running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must have 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defined</a:t>
            </a:r>
            <a:endParaRPr lang="en-US" sz="13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deployment must have 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field</a:t>
            </a:r>
            <a:endParaRPr lang="en-US" sz="13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metrics API (metrics.k8s.io)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 window (3 min default)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VPA: Vertical Pod Autoscaler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pod resource requests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VPA Does: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Analyzes historical resource usage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Recommends optimal CPU/memory requests and limits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Can automatically update pod requests (requires restart)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Off: Only provide recommendations, no 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Initial: Set requests at pod creation, no updates after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Auto: Update requests, cause pod restart if needed (experimental)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Recreate: Always restart pods when updating requests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Applications with variable resource needs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Fine-tuning requests after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420" y="274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Autoscaler: Node-Level Scaling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add/remove nodes from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6499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3649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Pod cannot be scheduled (pending state)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Node pool has unschedulable pods for &gt;10 minutes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Nodes are underutilized (&lt;50% for 10 minutes)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Scale up: Add nodes to accommodate pending 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Scale down: Remove unused nodes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AWS Auto Scaling Groups (ASG)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GKE node pools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Azure VMSS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Does NOT remove nodes running single pods or system 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Cannot migrate pods to scale down a node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Scaling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+ Cluster Autoscaler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of Autoscaling: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HPA (Pod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Scales pod replicas based on CPU/memory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Works within existing node resources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Cluster Autoscaler (Node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Adds nodes when HPA-scaled pods can't 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Removes nodes when utilization drops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Observability: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Watch HPA status: kubectl describe hpa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View metrics: kubectl top pods,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Check events: kubectl get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Monitor CA actions: Check cloud provider console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448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16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650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7</cp:revision>
  <dcterms:created xsi:type="dcterms:W3CDTF">2026-03-26T19:38:11Z</dcterms:created>
  <dcterms:modified xsi:type="dcterms:W3CDTF">2026-05-01T17:35:13Z</dcterms:modified>
</cp:coreProperties>
</file>