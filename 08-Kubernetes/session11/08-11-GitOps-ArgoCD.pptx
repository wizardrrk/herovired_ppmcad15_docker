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09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with ArgoCD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as the single source of truth for your infrastructure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GitOps principles and why they matter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push vs pull deployment models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ArgoCD architecture and core components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applications using the Application CRD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automated sync, self-healing, and pruning policies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multi-environment deployments with ArgoCD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GitOps?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infrastructure as code with Git as the source of truth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Principles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Declarative: Infrastructure is declared in Git, not imperative commands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Versioned: All changes tracked in Git with full audit trail and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Automated: Systems auto-sync when Git state changes, no manual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 Detects and corrects drift from desired state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Transparent: All changes visible, auditable, and reversible in Git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GitOps?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 the single source of truth, not your cluster state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changes are auditable and reversible (git history)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 push to Git, not directly to clusters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deployment: any Git change triggers auto-sync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visibility and rollback by reverting commits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manual steps and human error in deployments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vs Traditional CI/CD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model vs Pull model for deployments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CI/CD (PUSH)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 pipeline builds app → pushes to registry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 pipeline directly deploys to cluster via kubectl/Helm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1693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continuous verification of cluster state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924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approval gates in CI before deployment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679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Harder to track what's actually running vs intended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Cluster drift: runtime changes vs desired state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(PULL)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repo holds all desired state manifests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ArgoCD in cluster continuously pulls from Git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91693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sync: Git state = cluster 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3924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is audit trail and single source of truth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8679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Declarative: no imperative commands needed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3434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Self-heal: drift detected and corrected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ArgoCD?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continuous delivery for Kubernetes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Basics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GitOps continuous delivery tool for Kubernetes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inside your cluster as a set of controllers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Git repositories for manifest changes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syncs cluster state to Git state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plain manifests, Helm charts, and Kustomize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web UI for visibility and manual overrides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deployment: commit to Git = deploy to cluster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 detects manual changes, reverts to Git state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delivery: sync policies, sync waves, health checks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Multi-environment: different Git branches/repos per env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trail: all changes tracked in Git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Kubernetes-native: Application CRD, easy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and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0876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UI, gRPC API, authentication. Port 8080.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50876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Server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Clones Git repos, renders templates (plain YAML, Helm, Kustomize).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50876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Controller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9204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Application CRDs, continuously syncs cluster to Git.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03720" y="137160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508760"/>
            <a:ext cx="777240" cy="777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040880" y="274320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and session store for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CRD: ArgoCD's Core Resource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0309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argoproj.io/v1alpha1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Application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argocd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project: default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repoURL: https://github.com/org/repo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targetRevision: main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manifests/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OR for Helm: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helm: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valueFiles: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- values-prod.yaml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https://kubernetes.default.svc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namespace: production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syncPolicy: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automated: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prune: true        # Delete resources removed from 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selfHeal: true     # Revert manual cluster changes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ArgoCD Works: The Continuous Sync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199170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19917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3574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188720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commits manifest changes to Git repository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85109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94360" y="1695559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1695559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732135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685109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Repo Server polls Git at regular intervals (or via webhook)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181497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94360" y="2191947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94360" y="2191947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228523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181497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Server detects changes and renders templates (Helm, Kustomize, etc.)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677886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2677886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Controller compares rendered manifests to cluster state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174274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594360" y="3184725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594360" y="3184725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221301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174274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mismatch detected, controller applies changes via Kubernetes API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57200" y="3670663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594360" y="3681113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594360" y="368111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3717689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00200" y="3670663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 monitors: drift detected, resources auto-reverted to Git state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4167051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594360" y="4177502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594360" y="417750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4214078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0200" y="4167051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UI shows sync status, health, and resource tree in real-time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372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088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708</Words>
  <Application>Microsoft Office PowerPoint</Application>
  <PresentationFormat>On-screen Show (16:9)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3</cp:revision>
  <dcterms:created xsi:type="dcterms:W3CDTF">2026-03-26T19:42:43Z</dcterms:created>
  <dcterms:modified xsi:type="dcterms:W3CDTF">2026-05-01T18:47:20Z</dcterms:modified>
</cp:coreProperties>
</file>