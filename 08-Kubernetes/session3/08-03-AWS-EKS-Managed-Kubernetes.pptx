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2" r:id="rId6"/>
    <p:sldId id="265" r:id="rId7"/>
    <p:sldId id="266" r:id="rId8"/>
    <p:sldId id="26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056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Kubernetes in Production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AWS handle the control plane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EKS?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Kubernetes Service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Kubernetes service on AWS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runs and maintains your Kubernetes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provision and manage worker nodes (EC2 instances)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available control plane across multiple AZs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with AWS services: IAM, ELB, EC2, VPC, CloudWatch,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control plane per cluster per hour + EC2 node costs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vs Self-Managed Kubernetes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Matrix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Manages (EKS)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(API server, etcd, scheduler, controller manager)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HA &amp; failover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upgrades &amp;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of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 &amp; audit logging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Manage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(EC2, updates, security patches)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deployment &amp; lifecycle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(VPC, subnets, security groups)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(EBS, EFS provisioning)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logging, cost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&amp; Data Plane Separation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16380"/>
            <a:ext cx="8229600" cy="1371600"/>
          </a:xfrm>
          <a:prstGeom prst="rect">
            <a:avLst/>
          </a:prstGeom>
          <a:solidFill>
            <a:srgbClr val="FFF0E0"/>
          </a:solidFill>
          <a:ln w="25400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621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AWS-Managed VPC (Control Plane)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78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· etcd · Scheduler · Controller Manager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HA, Upgrades, Backups, Auditing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451860"/>
            <a:ext cx="8229600" cy="1371600"/>
          </a:xfrm>
          <a:prstGeom prst="rect">
            <a:avLst/>
          </a:prstGeom>
          <a:solidFill>
            <a:srgbClr val="E8EEFF"/>
          </a:solidFill>
          <a:ln w="254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4975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VPC (Data Plane)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8633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 (EC2) · Pods &amp; Workloads · Security Groups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Balancers, Storage,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&amp; IRSA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pods AWS permissions securely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credentials in pod environment variables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IAM user or role for all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credential rotation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have access to more than needed (overprivileging)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leakage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IRSA (Best Practice)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 for Service Accounts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pod assumes its own IAM role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OpenID Connect (OIDC) identity provider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permissions per workload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credential rotation by AWS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to EKS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6690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669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eks update-kubeconfig --name myapp-cluster --region us-east-1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66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kubeconfig from EKS cluster and merge into ~/.kube/config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581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58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cluster-info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3058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connection to cluster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472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4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447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worker nodes in the cluster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363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836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836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pods (system pods in kube-system namespace)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2254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6225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config use-context &lt;context-name&gt;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6225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between multiple clusters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Add-ons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Kubernetes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CNI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networking. Assigns AWS elastic network interfaces to pods.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service for Kubernetes. Service discovery within cluster.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proxy. Routes traffic to services and pods.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 Driver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 EBS volumes as Kubernetes persistent volumes.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Load Balancer Controller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AWS ALB/NLB from Kubernetes Ingress/Service resources.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24612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CloudWatch Observability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and tracing integration for EKS.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268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984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3299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practice what you've learned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449</Words>
  <Application>Microsoft Office PowerPoint</Application>
  <PresentationFormat>On-screen Show (16:9)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EKS: Managed Kubernetes in Production</dc:title>
  <dc:subject>PptxGenJS Presentation</dc:subject>
  <dc:creator>Aryan Mohan</dc:creator>
  <cp:lastModifiedBy>KubeCraft Technologies</cp:lastModifiedBy>
  <cp:revision>7</cp:revision>
  <dcterms:created xsi:type="dcterms:W3CDTF">2026-03-26T19:27:31Z</dcterms:created>
  <dcterms:modified xsi:type="dcterms:W3CDTF">2026-04-04T05:34:07Z</dcterms:modified>
</cp:coreProperties>
</file>