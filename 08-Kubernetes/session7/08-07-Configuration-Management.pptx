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41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Management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ConfigMaps, Secrets, Namespaces &amp; </a:t>
            </a:r>
            <a:r>
              <a:rPr lang="en-US" sz="1600" i="1" dirty="0" err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DaemonSets</a:t>
            </a:r>
            <a:r>
              <a:rPr lang="en-US" sz="1600" i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Configuration and Cluster Organization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49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341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49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configuration from container images using ConfigMaps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897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81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897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sensitive data securely with Secrets and encryption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529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621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5298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cluster resources across namespaces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1623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5374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1623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DaemonSets for node-wide services (logging, monitoring)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380238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9382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38023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configuration management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Externalizing Configuration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ConfigMaps?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config from code/images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same image in dev/test/prod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config without rebuilding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application properties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Non-sensitive data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without pod restart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ConfigMaps Store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pairs (simple config)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config files (app.json)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properties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 strings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(non-secret)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levels, timeouts, URLs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ConfigMaps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methods: literal, file, or YAML manifest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command-line literals: </a:t>
            </a:r>
            <a:r>
              <a:rPr lang="en-US" sz="12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create configmap app-config --from-literal=db_host=postgres --from-literal=log_level=info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file: </a:t>
            </a:r>
            <a:r>
              <a:rPr lang="en-US" sz="12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create configmap nginx-config --from-file=nginx.conf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YAML manifest: define spec.data with key-value pairs or spec.binaryData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--dry-run=client -o yaml to generate templates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Git for version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updates: kubectl apply -f configmap.yaml (triggers reload)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ConfigMaps in Pods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injection methods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envFrom.configMapRef: inject all keys as env vars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env[].valueFrom.configMapKeyRef: select specific keys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become env var names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flat structure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1 MB per env var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volumes[].configMap: mount as files in container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key becomes a separate 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file structure (JSON, YAML, etc.)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updated automatically (eventually)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large configs (up to etcd limit)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Sensitive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(default): arbitrary binary/text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ServiceAccountToken: JWT tokens auto-generated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DockerCfg / DockerJson: container registry creds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BasicAuth: username &amp; password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SSHAuth: SSH private keys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/ kubernetes.io/tls: certificates &amp; keys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Characteristics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encoded (not encrypted by default!)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rest: optional etcd setup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 size limit per secret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as volumes or env vars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controlled by RBAC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not be committed to Git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Using Secrets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stringData vs data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stringData (recommended)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db-credentials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admin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myP@ssw0rd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data (must be base64 encoded)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api_key: aW55LWFwaS1rZXk=  # base64 "my-api-key"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from command 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db-creds --from-literal=user=root --from-literal=pass=secret123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vs Secret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743200" cy="5029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Non-sensitive config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Passwords, tokens, keys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(not encrypted by default)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Limit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918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(etcd encryption)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918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commit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350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918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RBAC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350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RBAC required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Clusters Within One Physical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Namespaces?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cluster isolation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for resource names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multi-tenancy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dev/test/prod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quotas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access with RBAC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Multi-team separation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isolation (dev/stage/prod)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Billing/cost allocation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per team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quotas enforcement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isolation &amp; testing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Namespaces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Pre-created namespaces in every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pods run if no namespace specified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4F7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K8s components: apiserver, controller-manager, dns, etc.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kube-public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Cluster-wide public data (ConfigMap for cluster info)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4F7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kube-node-lease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291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heartbeats and lease objects for high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Pod Per Node — Infrastructure-Level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DaemonSet?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one pod runs on every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Auto-added when new nodes join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Auto-removed when nodes leave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replicas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nodeSelector or affinity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runs on every node by default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exclude nodes with taints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strategies: RollingUpdate, OnDelete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cluster-wide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by node count (not replicas)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cluster health &amp;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 Use Cases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node-level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234440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Node Exporter: collect node metrics (CPU, memory, disk, network)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576072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901952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Fluentd, Filebeat: gather logs from every node and ship to centralized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56946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569464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CNI, Calico: provide network overlay &amp; IP management on each node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8229600" cy="576072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369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236976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 Driver: attach persistent volumes, manage block device access per node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904488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Falco, AppArmor: enforce security policies and detect threats on every node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18084</TotalTime>
  <Words>818</Words>
  <Application>Microsoft Office PowerPoint</Application>
  <PresentationFormat>On-screen Show (16:9)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4</cp:revision>
  <dcterms:created xsi:type="dcterms:W3CDTF">2026-03-26T19:33:36Z</dcterms:created>
  <dcterms:modified xsi:type="dcterms:W3CDTF">2026-05-01T16:48:35Z</dcterms:modified>
</cp:coreProperties>
</file>