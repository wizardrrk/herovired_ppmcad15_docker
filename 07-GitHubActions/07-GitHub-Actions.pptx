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642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A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Modern Cloud-Native CI/CD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YAML Workflows to Production Deployments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3A5E"/>
                </a:solidFill>
                <a:ea typeface="Trebuchet MS" pitchFamily="34" charset="-122"/>
                <a:cs typeface="Trebuchet MS" pitchFamily="34" charset="-120"/>
              </a:rPr>
              <a:t>GitHub Actions - Key Concepts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54864" cy="82296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3990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file in .github/workflows/. One repo can have many workflows. Triggered by events.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54864" cy="82296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990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pull_request, schedule, workflow_dispatch, release. Defines when workflow runs.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0116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48640" y="2011680"/>
            <a:ext cx="54864" cy="82296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359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steps that run on one runner. Jobs run in parallel by default.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0116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46320" y="2011680"/>
            <a:ext cx="54864" cy="82296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2359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task in a job. Can be shell command (run:) or an Action (uses:).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97180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54864" cy="82296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315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33192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unit. e.g. actions/checkout, docker/build-push-action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97180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46320" y="2971800"/>
            <a:ext cx="54864" cy="82296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3192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that executes jobs. GitHub-hosted (ubuntu-latest) or self-hosted.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93192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48640" y="3931920"/>
            <a:ext cx="54864" cy="82296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3152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4279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or org secret. Accessed via ${{ secrets.MY_SECRET }}. Masked in logs.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93192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846320" y="3931920"/>
            <a:ext cx="54864" cy="82296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02920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OIDC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0" y="4279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Trust-based AWS auth - no static keys. GitHub → AWS via OIDC token.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4963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83A5E"/>
                </a:solidFill>
              </a:rPr>
              <a:t>Full CI/CD Workflow (Docker -&gt; ECR -&gt; ECS)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029200" cy="40081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4754880" cy="387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CI/CD - Build, Scan, Push &amp; Deploy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pull_request: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permissions: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id-token: write    # OIDC AWS auth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contents: read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env: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AWS_REGION: us-east-1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ECR_REPOSITORY: myapp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ECS_SERVICE: myapp-service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build-and-push: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aws-actions/configure-aws-credentials@v4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role-to-assume: arn:aws:iam::...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aws-actions/amazon-ecr-login@v2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docker build -t ...:$GITHUB_SHA .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aquasecurity/trivy-action@master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docker push ...:$GITHUB_SHA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deploy: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needs: build-and-push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if: github.ref == 'refs/heads/main'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aws ecs update-service ...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760720" y="1051560"/>
            <a:ext cx="30175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852160" y="10698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12527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events - push, PR, schedule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0" y="1536192"/>
            <a:ext cx="30175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852160" y="1554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1737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auth requires id-token: write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60720" y="2020824"/>
            <a:ext cx="30175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852160" y="20391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2219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variables for all jobs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0" y="2505456"/>
            <a:ext cx="30175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852160" y="2523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27066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execution units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60720" y="2990088"/>
            <a:ext cx="30175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852160" y="30083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31912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actions (reusable)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60720" y="3474720"/>
            <a:ext cx="30175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852160" y="3493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36758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commands directly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760720" y="3959352"/>
            <a:ext cx="30175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852160" y="3977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4160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dependency chain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60720" y="4443984"/>
            <a:ext cx="30175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852160" y="44622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52160" y="4645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execution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3200" b="1" dirty="0">
                <a:solidFill>
                  <a:srgbClr val="283A5E"/>
                </a:solidFill>
              </a:rPr>
              <a:t>Jenkins vs GitHub Actions - Honest Comparison</a:t>
            </a: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37033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Jenkins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83A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Infrastructure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8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Self-hosted, you manage everything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8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GitHub-hosted runners, zero 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83A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Cost model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8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cost + engineer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8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+ per-minute billing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83A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Setup time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8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to days (plugins, config)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8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(just YAML files)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83A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Pipeline language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8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Groovy (powerful, complex)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8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 (simple, less powerful)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83A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Plugin ecosystem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8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1800+ plugins, mature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8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actions, growing 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83A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Secrets management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8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Credentials store + Vault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8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secrets, OIDC for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83A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Parallel builds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8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parallel{} block, powerful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8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 strategy, parallel jobs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83A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Best for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8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enterprise, complex workflows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8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GitHub-native teams, cloud-first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83A5E"/>
                </a:solidFill>
              </a:rPr>
              <a:t>GitHub Actions - Advanced Patterns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4023360" cy="54864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161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 Workflows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once in .github/workflows/shared.yml with workflow_call trigger. Any repo in the org can call it. Pass inputs and secrets.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011680"/>
            <a:ext cx="374904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20391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uses: org/repo/.github/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workflows/build.yml@main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environment: production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46320" y="105156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402336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83480" y="1161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OIDC AWS Integration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static AWS keys ever. GitHub gets OIDC token from AWS STS. Scoped to branch/environment.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83480" y="2011680"/>
            <a:ext cx="374904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74920" y="20391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role-to-assume: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arn:aws:iam::ACCOUNT: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role/GHARole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role-session-name: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GitHubActions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402336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5800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Environments &amp; Protection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3429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environments (staging, production) in GitHub Settings. Required reviewers, wait timers, scoped secrets.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3977640"/>
            <a:ext cx="374904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400507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production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url: https://myapp.com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46320" y="30175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46320" y="3017520"/>
            <a:ext cx="4023360" cy="54864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983480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Matrix Strategy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3429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across multiple versions/OS in parallel. fail-fast: false for all results. Exclude specific combos.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83480" y="3977640"/>
            <a:ext cx="374904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74920" y="400507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matrix: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node: [16, 18, 20]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os: [ubuntu, windows]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GitHub Actions Mastery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A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build modern, cloud-native CI/CD workflows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GHA fundamentals &amp; workflow syntax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Docker -&gt; ECR -&gt; ECS production pipeline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OIDC-based AWS authentication (no static keys)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Reusable workflows across repositories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Environments, protection rules &amp; matrix builds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Jenkins vs GHA - choose the right tool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766</Words>
  <Application>Microsoft Office PowerPoint</Application>
  <PresentationFormat>On-screen Show (16:9)</PresentationFormat>
  <Paragraphs>139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Actions — Modern Cloud-Native CI/CD</dc:title>
  <dc:subject>PptxGenJS Presentation</dc:subject>
  <dc:creator>CI/CD Engineering</dc:creator>
  <cp:lastModifiedBy>KubeCraft Technologies</cp:lastModifiedBy>
  <cp:revision>3</cp:revision>
  <dcterms:created xsi:type="dcterms:W3CDTF">2026-02-28T02:08:59Z</dcterms:created>
  <dcterms:modified xsi:type="dcterms:W3CDTF">2026-02-28T03:33:25Z</dcterms:modified>
</cp:coreProperties>
</file>