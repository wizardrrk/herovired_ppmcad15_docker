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07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CI/CD Workhorse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Installation to Production-Grade Pipelines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3383280"/>
            <a:ext cx="192024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3383280"/>
            <a:ext cx="192024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0604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Builds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3383280"/>
            <a:ext cx="192024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3383280"/>
            <a:ext cx="192024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29400" y="3383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Scale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- The CI/CD Workhorse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2.2M+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Installations Worldwide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05156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9748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Available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~20yr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Maturity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105156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9516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9516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Full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19583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Capabilities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2415540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8640" y="2415540"/>
            <a:ext cx="54864" cy="38404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24155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as 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24155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(Groovy) version-controlled pipelines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54452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8640" y="2854452"/>
            <a:ext cx="54864" cy="38404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28544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Builds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28544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agents architecture, scale horizontally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93364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8640" y="3293364"/>
            <a:ext cx="54864" cy="38404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" y="32933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 Integration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2933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Docker, AWS, Slack, Jira, SonarQube and more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32276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8640" y="3732276"/>
            <a:ext cx="54864" cy="38404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37322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Execution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34640" y="37322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stages in parallel, cut build times dramatically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171188"/>
            <a:ext cx="8229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48640" y="4171188"/>
            <a:ext cx="54864" cy="38404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77240" y="41711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 Management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834640" y="41711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store, HashiCorp Vault 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614672"/>
            <a:ext cx="8046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8640" y="45948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gives you total pipeline control. The tradeoff: YOU own the infrastructure, upgrades, and plugin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Architecture: Master &amp;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40233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Master (Controller)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Hosts Jenkins Web UI (port 8080)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Stores all jobs, configs, credentials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86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Schedules &amp; orchestrates builds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34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Manages plugin lifecycle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Monitors agent health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Serves build logs &amp;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Does NOT run build workloads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393192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Agent: Linux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builds · Unit tests · Trivy scans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393192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Agent: Windows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builds · MSBuild · Windows tests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3375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3337560"/>
            <a:ext cx="39319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Agent: Docker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· Auto-provisioned · Lightweight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Master should only orchestrate. Never run build workloads on the master node.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Installation - All Platforms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 (Ubuntu/Amazon Linux)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536192"/>
            <a:ext cx="3749040" cy="1097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-y jenkins openjdk-17-jdk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--now jenkins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Access: http://localhost:8080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(Homebrew)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1536192"/>
            <a:ext cx="3749040" cy="1097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74920" y="157276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jenkins-lts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services start jenkins-lts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Access: http://localhost:8080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044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410712"/>
            <a:ext cx="3749040" cy="1097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44728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.msi from jenkins.io/download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Java 17 (Adoptium/Temurin) first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MSI -&gt; installs as Windows Service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3044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(any platform)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3410712"/>
            <a:ext cx="3749040" cy="10972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74920" y="344728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8080:8080 -p 50000:50000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jenkins_home:/var/jenkins_home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jenkins jenkins/jenkins:lts-jdk17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Must-Have Jenkins Plugins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SCM &amp; Triggers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Plugin - Clone repos, webhooks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Integration - PR builds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49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Generic Webhook Trigger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515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83280" y="105156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2044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&amp; Jobs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Pipeline (Workflow) - Jenkinsfile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Multibranch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249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Blue Ocean - Modern visual 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5508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&amp; 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Pipeline - docker.build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Amazon ECR - Auth &amp; push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249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Kubernetes Plugin - K8s agents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01752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Secrets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Credentials Binding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867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Role-Based Auth Strategy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215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Matrix Auth Strategy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30175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383280" y="301752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2044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&amp; Notifs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6616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SonarQube Scanner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3867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Slack Notification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0" y="4215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Extension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0175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17920" y="301752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550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Timestamp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867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Rebuild Plugin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4215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 DSL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Freestyle Jobs vs Pipeline Jobs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38176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Freestyle Job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023360" cy="38176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Job (Jenkinsfile)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GUI configuration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039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Great for quick one-off tasks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386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 barrier to entry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734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version-controlled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complex branching logic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Hard to maintain at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parallel stage support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Pipeline as Code (Jenkinsfile)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020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Version-controlled with your 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conditional &amp; loop logic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Parallel stages (speed)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Retry, timeout, post 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Reusable shared libraries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666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Multibranch auto-discovery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995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Audit trail via Git history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335780"/>
            <a:ext cx="3749040" cy="274320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5800" y="43357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Getting started fast, simple jobs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4335780"/>
            <a:ext cx="3749040" cy="27432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83480" y="43357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Everything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 Pipeline - Anatomy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846320" cy="3794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{ label 'linux'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REPO_URI = credentials('ecr-repo-uri')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AWS_REGION = 'us-east-1'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options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buildDiscarder(logRotator(numToKeepStr:'10'))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timeout(time: 30, unit: 'MINUTES')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stage('Checkout') { steps { checkout scm }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stage('Build')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 sh 'docker build -t myapp:$BUILD_NUMBER .'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stage('Test')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parallel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stage('Unit') { steps { sh 'pytest tests/' }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stage('Scan') { steps { sh 'trivy image ...' }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stage('Deploy')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{ branch 'main'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 sh './scripts/deploy-ecs.sh'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success { slackSend color:'good', message:"..."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failure { slackSend color:'danger', message:"..."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291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0" y="11155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3167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run - label, docker, any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627632"/>
            <a:ext cx="3291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0" y="1645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847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 available to all stages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157984"/>
            <a:ext cx="3291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69280" y="21762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377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Timeout, retry, concurrency control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688336"/>
            <a:ext cx="3291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0" y="27066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907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build steps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218688"/>
            <a:ext cx="3291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0" y="32369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4381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+ scan simultaneously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749040"/>
            <a:ext cx="3291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0" y="37673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9684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execution (branch filter)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4279392"/>
            <a:ext cx="32918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0" y="42976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44988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- success/failure hooks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Pipeline: Docker -&gt; ECR -&gt; ECS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tags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1051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600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965960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--build-arg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0515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83280" y="1600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383280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0515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00600" y="1600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800600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image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check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10515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0" y="1600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ECR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217920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+ push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ECR repo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105156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635240" y="16002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7635240" y="1874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register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 svc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5486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Pipeline Scripts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548640" y="278892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/>
          <p:nvPr/>
        </p:nvSpPr>
        <p:spPr>
          <a:xfrm>
            <a:off x="6400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ECR Authentication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40080" y="3154680"/>
            <a:ext cx="2560320" cy="15544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73152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get-login-password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$AWS_REGION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docker login --username AWS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--password-stdin $ACCOUNT_ID.dkr...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3429000" y="278892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35204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Build &amp; Tag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520440" y="3154680"/>
            <a:ext cx="2560320" cy="15544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361188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$REPO:$BUILD_NUMBER 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$REPO:$BUILD_NUMBER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$REPO_URI:$BUILD_NUMBER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... $REPO_URI:latest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6309360" y="278892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4008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ECS Deploy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0" y="3154680"/>
            <a:ext cx="2560320" cy="15544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649224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ecs register-task-definition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--cli-input-json ...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ecs update-service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 prod --service myapp\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--force-new-deployment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Shared Libraries - DRY Pipelines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50 Jenkinsfiles, all doing the same ECR push logic. One change = 50 PRs.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jenkins-shared-lib/ (Git Repo)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3749040" cy="11430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buildDockerImage.groovy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pushToEcr.groovy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deployToEcs.groovy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runTrivyScan.groovy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src/com/company/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resources/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vars/pushToEcr.groovy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920240"/>
            <a:ext cx="3749040" cy="11430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call(String imageName, String tag)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withAWS(region: 'us-east-1',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credentials: 'aws-creds')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 "aws ecr get-login-password..."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 "docker tag 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 "docker push 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Jenkinsfile (consumer)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5029200" cy="11201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805428"/>
            <a:ext cx="4846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@Library('jenkins-shared-lib@main’) _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stage('Push') { steps { pushToEcr('myapp', env.BUILD_NUMBER) }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stage('Deploy') { steps { deployToEcs('myapp-service') }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3749040"/>
            <a:ext cx="2560320" cy="68580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3504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50 Jenkinsfiles simplified to ~10 lines each. Fix ECR auth once → all pipelines updated.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Security - Don't Skip This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master exposed to internet with default admin/admin = instant pwned. These steps are non-negotiable.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" cy="155448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Access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Disable 'Allow users to sign up'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 RBAC auth strategy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per-team service accounts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 auditing plugin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54864" cy="155448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expose 8080 directly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Put behind NGINX/ALB + HTTPS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Firewall: known CIDRs 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 master in private subnet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54864" cy="155448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&amp; Credentials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Credentials Store - never hardcode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Rotate credentials regularly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Integrate HashiCorp Vault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4480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OIDC/IAM roles for AWS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2461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246120"/>
            <a:ext cx="54864" cy="155448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 &amp; Update Hygiene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Subscribe to security advisories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2064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Update plugins weekly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206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plugins quarterly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4480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 unused plugins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Mastery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equipped to build production-grade Jenkins pipelines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Jenkins Master + multi-agent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Declarative Pipelines (Jenkinsfile)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-&gt; ECR -&gt; ECS production CI/CD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Libraries for DRY pipelines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42291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Security, RBAC &amp; credential management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1300</Words>
  <Application>Microsoft Office PowerPoint</Application>
  <PresentationFormat>On-screen Show (16:9)</PresentationFormat>
  <Paragraphs>257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Jenkins — CI/CD Workhorse</dc:title>
  <dc:subject>PptxGenJS Presentation</dc:subject>
  <dc:creator>CI/CD Engineering</dc:creator>
  <cp:lastModifiedBy>KubeCraft Technologies</cp:lastModifiedBy>
  <cp:revision>5</cp:revision>
  <dcterms:created xsi:type="dcterms:W3CDTF">2026-02-28T02:08:59Z</dcterms:created>
  <dcterms:modified xsi:type="dcterms:W3CDTF">2026-03-07T08:19:08Z</dcterms:modified>
</cp:coreProperties>
</file>